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6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sachi/AppData/Local/Programs/Microsoft%20VS%20Code/0958016b2a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>
            <a:normAutofit fontScale="90000"/>
          </a:bodyPr>
          <a:lstStyle/>
          <a:p>
            <a:r>
              <a:rPr lang="en-IN" sz="8800" b="1" dirty="0"/>
              <a:t>Telecom Project Analysis</a:t>
            </a:r>
            <a:endParaRPr lang="en-IN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30000" y="4257328"/>
            <a:ext cx="5338215" cy="1238616"/>
          </a:xfrm>
        </p:spPr>
        <p:txBody>
          <a:bodyPr>
            <a:normAutofit/>
          </a:bodyPr>
          <a:lstStyle/>
          <a:p>
            <a:r>
              <a:rPr lang="en-US" dirty="0" err="1">
                <a:latin typeface="Algerian" panose="04020705040A02060702" pitchFamily="82" charset="0"/>
              </a:rPr>
              <a:t>NextHikes</a:t>
            </a:r>
            <a:r>
              <a:rPr lang="en-US" dirty="0">
                <a:latin typeface="Algerian" panose="04020705040A02060702" pitchFamily="82" charset="0"/>
              </a:rPr>
              <a:t> IT Solutions-Project_5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FADE6-E124-ED79-9A89-BEE97CF50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761645"/>
            <a:ext cx="10058400" cy="69311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Project Title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B7EC3-6D6B-E9AE-79F3-8693F1697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800" dirty="0"/>
              <a:t> Telecom Project Analysis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800" dirty="0"/>
              <a:t> Dataset: </a:t>
            </a:r>
            <a:r>
              <a:rPr lang="en-IN" sz="2800" dirty="0" err="1"/>
              <a:t>telcom_data</a:t>
            </a:r>
            <a:r>
              <a:rPr lang="en-IN" sz="2800" dirty="0"/>
              <a:t> (2).xlsx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800" dirty="0"/>
              <a:t> Field definitions: Field Descriptions.xlsx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800" dirty="0"/>
              <a:t> Goal: user engagement, experience, and satisfaction analytics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0922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D61E5-3C78-ED8A-09BA-89A701142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13917"/>
            <a:ext cx="10058400" cy="1450757"/>
          </a:xfrm>
        </p:spPr>
        <p:txBody>
          <a:bodyPr/>
          <a:lstStyle/>
          <a:p>
            <a:r>
              <a:rPr lang="en-IN" b="1" dirty="0"/>
              <a:t>Data Loading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B8CBD-3C06-A46D-626E-3FA97FB90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3200" dirty="0"/>
              <a:t>Import libraries: pandas, </a:t>
            </a:r>
            <a:r>
              <a:rPr lang="en-IN" sz="3200" dirty="0" err="1"/>
              <a:t>numpy</a:t>
            </a:r>
            <a:r>
              <a:rPr lang="en-IN" sz="3200" dirty="0"/>
              <a:t>, </a:t>
            </a:r>
            <a:r>
              <a:rPr lang="en-IN" sz="3200" dirty="0" err="1"/>
              <a:t>sklearn</a:t>
            </a:r>
            <a:r>
              <a:rPr lang="en-IN" sz="3200" dirty="0"/>
              <a:t>, matplotlib, seaborn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3200" dirty="0"/>
              <a:t>Read Excel files into </a:t>
            </a:r>
            <a:r>
              <a:rPr lang="en-IN" sz="3200" dirty="0" err="1"/>
              <a:t>dataframes</a:t>
            </a:r>
            <a:endParaRPr lang="en-IN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3200" dirty="0"/>
              <a:t>Print dataset shape and sample rows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683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CC851-18D0-827E-4D69-B834E2D6C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90117"/>
            <a:ext cx="10058400" cy="1450757"/>
          </a:xfrm>
        </p:spPr>
        <p:txBody>
          <a:bodyPr/>
          <a:lstStyle/>
          <a:p>
            <a:r>
              <a:rPr lang="en-IN" b="1" dirty="0"/>
              <a:t>Data Cleaning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2438E-CF18-7098-0CF8-ED0D9F5BF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Standardize column names for Python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Convert Start and End to datetime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Identify missing values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Replace missing numeric fields with mean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354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0A423-BB5A-7F04-C33C-319BFE8B3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81260"/>
            <a:ext cx="10058400" cy="1450757"/>
          </a:xfrm>
        </p:spPr>
        <p:txBody>
          <a:bodyPr/>
          <a:lstStyle/>
          <a:p>
            <a:r>
              <a:rPr lang="en-IN" b="1" dirty="0"/>
              <a:t>Data Cleaning Continued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AA492-5958-50B8-0C16-FE3D11595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Replace missing categorical values with mode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Detect numeric outliers beyond 3 standard deviations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Replace outliers with column mean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Confirm no remaining missing values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8092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D34D6-E7C9-639C-17E6-E5BAB1FB6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103031"/>
            <a:ext cx="10058400" cy="1450757"/>
          </a:xfrm>
        </p:spPr>
        <p:txBody>
          <a:bodyPr/>
          <a:lstStyle/>
          <a:p>
            <a:r>
              <a:rPr lang="en-IN" b="1" dirty="0"/>
              <a:t>Task 1 – User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C1311-7214-304A-F407-74F79E9C6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Find top 10 handset types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Find top 3 handset manufacturers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Compute top handsets per manufacturer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Aggregate application metrics per user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7100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10C9-E8BF-3FBE-C7B1-77A73BDE3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03032"/>
            <a:ext cx="10058400" cy="1450757"/>
          </a:xfrm>
        </p:spPr>
        <p:txBody>
          <a:bodyPr/>
          <a:lstStyle/>
          <a:p>
            <a:r>
              <a:rPr lang="en-IN" b="1" dirty="0"/>
              <a:t>Task 1 – User Aggregation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63317-59D8-2117-87B9-DA84C88D7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Create per-user totals:</a:t>
            </a:r>
          </a:p>
          <a:p>
            <a:pPr lvl="1"/>
            <a:r>
              <a:rPr lang="en-US" sz="2800" dirty="0"/>
              <a:t>session count</a:t>
            </a:r>
          </a:p>
          <a:p>
            <a:pPr lvl="1"/>
            <a:r>
              <a:rPr lang="en-US" sz="2800" dirty="0"/>
              <a:t>total duration</a:t>
            </a:r>
          </a:p>
          <a:p>
            <a:pPr lvl="1"/>
            <a:r>
              <a:rPr lang="en-US" sz="2800" dirty="0"/>
              <a:t>total upload bytes</a:t>
            </a:r>
          </a:p>
          <a:p>
            <a:pPr lvl="1"/>
            <a:r>
              <a:rPr lang="en-US" sz="2800" dirty="0"/>
              <a:t>total download bytes</a:t>
            </a:r>
          </a:p>
          <a:p>
            <a:pPr lvl="1"/>
            <a:r>
              <a:rPr lang="en-US" sz="2800" dirty="0"/>
              <a:t>total traffic bytes</a:t>
            </a:r>
          </a:p>
          <a:p>
            <a:r>
              <a:rPr lang="en-US" sz="2800" dirty="0"/>
              <a:t>Add per-app byte usage sums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0763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4C290-1724-D605-8FF0-F6FE9F2FD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81260"/>
            <a:ext cx="10058400" cy="1450757"/>
          </a:xfrm>
        </p:spPr>
        <p:txBody>
          <a:bodyPr/>
          <a:lstStyle/>
          <a:p>
            <a:r>
              <a:rPr lang="en-IN" b="1" dirty="0"/>
              <a:t>Task 2 – Engagement Analysis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65046-D35F-E486-F669-F8105778E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3200" dirty="0"/>
              <a:t>Use per-user engagement metrics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3200" dirty="0"/>
              <a:t>Normalize metrics with </a:t>
            </a:r>
            <a:r>
              <a:rPr lang="en-IN" sz="3200" dirty="0" err="1"/>
              <a:t>MinMaxScaler</a:t>
            </a:r>
            <a:endParaRPr lang="en-IN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3200" dirty="0"/>
              <a:t>Run k-means clustering (k=3)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3200" dirty="0"/>
              <a:t>Summarize cluster statistics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3546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B2C1F-1058-7F26-664D-707316DFD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0"/>
            <a:ext cx="10058400" cy="3113314"/>
          </a:xfrm>
        </p:spPr>
        <p:txBody>
          <a:bodyPr>
            <a:normAutofit/>
          </a:bodyPr>
          <a:lstStyle/>
          <a:p>
            <a:r>
              <a:rPr lang="en-IN" b="1" dirty="0"/>
              <a:t>Task 3 – Experience Analytics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6457B-7687-C129-BE22-531AC6BA7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Compute average network metrics per user:</a:t>
            </a:r>
          </a:p>
          <a:p>
            <a:pPr lvl="1"/>
            <a:r>
              <a:rPr lang="en-US" sz="2800" dirty="0"/>
              <a:t>TCP retransmission bytes</a:t>
            </a:r>
          </a:p>
          <a:p>
            <a:pPr lvl="1"/>
            <a:r>
              <a:rPr lang="en-US" sz="2800" dirty="0"/>
              <a:t>RTT</a:t>
            </a:r>
          </a:p>
          <a:p>
            <a:pPr lvl="1"/>
            <a:r>
              <a:rPr lang="en-US" sz="2800" dirty="0"/>
              <a:t>Throughput</a:t>
            </a:r>
          </a:p>
          <a:p>
            <a:r>
              <a:rPr lang="en-US" sz="2800" dirty="0"/>
              <a:t>Identify top and bottom users for each metric</a:t>
            </a:r>
          </a:p>
          <a:p>
            <a:r>
              <a:rPr lang="en-US" sz="2800" dirty="0"/>
              <a:t>Compare throughput by handset type</a:t>
            </a:r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0803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6F6F-84BF-046A-E40E-95C22C3D3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92146"/>
            <a:ext cx="10058400" cy="1450757"/>
          </a:xfrm>
        </p:spPr>
        <p:txBody>
          <a:bodyPr/>
          <a:lstStyle/>
          <a:p>
            <a:r>
              <a:rPr lang="en-IN" b="1" dirty="0"/>
              <a:t>Task 3 – Experience Clustering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E6CA-6E14-FBCB-447E-822C393E7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Normalize experience features with </a:t>
            </a:r>
            <a:r>
              <a:rPr lang="en-US" sz="3600" dirty="0" err="1"/>
              <a:t>StandardScaler</a:t>
            </a:r>
            <a:endParaRPr lang="en-US" sz="36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Run k-means clustering (k=3)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Create experience clusters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Print cluster centroids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7141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1152-BD1A-4B00-928D-E0897D903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35689"/>
            <a:ext cx="10058400" cy="1450757"/>
          </a:xfrm>
        </p:spPr>
        <p:txBody>
          <a:bodyPr/>
          <a:lstStyle/>
          <a:p>
            <a:r>
              <a:rPr lang="en-IN" b="1" dirty="0"/>
              <a:t>Task 4 – Satisfaction Scoring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FCC81-B99A-BFC9-1A10-EF73C9B4F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Merge engagement and experience summaries</a:t>
            </a:r>
          </a:p>
          <a:p>
            <a:r>
              <a:rPr lang="en-US" sz="2800" dirty="0"/>
              <a:t>Compute:</a:t>
            </a:r>
          </a:p>
          <a:p>
            <a:pPr lvl="1"/>
            <a:r>
              <a:rPr lang="en-US" sz="2800" dirty="0"/>
              <a:t>engagement score</a:t>
            </a:r>
          </a:p>
          <a:p>
            <a:pPr lvl="1"/>
            <a:r>
              <a:rPr lang="en-US" sz="2800" dirty="0"/>
              <a:t>experience score</a:t>
            </a:r>
          </a:p>
          <a:p>
            <a:pPr lvl="1"/>
            <a:r>
              <a:rPr lang="en-US" sz="2800" dirty="0"/>
              <a:t>overall satisfaction score</a:t>
            </a:r>
          </a:p>
          <a:p>
            <a:r>
              <a:rPr lang="en-US" sz="2800" dirty="0"/>
              <a:t>Train linear regression to predict satisfaction</a:t>
            </a:r>
          </a:p>
          <a:p>
            <a:r>
              <a:rPr lang="en-US" sz="2800" dirty="0"/>
              <a:t>Save final results to </a:t>
            </a:r>
            <a:r>
              <a:rPr lang="en-US" sz="2800" dirty="0">
                <a:hlinkClick r:id="rId2"/>
              </a:rPr>
              <a:t>final_user_satisfaction.csv</a:t>
            </a:r>
            <a:endParaRPr lang="en-US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554782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{2F4739EE-9CDC-4428-B6E5-EF50A5A4EB9A}TF235124e3-e6db-4c6d-93c8-733f2fadbc609fb6f57c_win32-b1e91d96f19e</Template>
  <TotalTime>15</TotalTime>
  <Words>293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Algerian</vt:lpstr>
      <vt:lpstr>Calibri</vt:lpstr>
      <vt:lpstr>Georgia Pro Cond Light</vt:lpstr>
      <vt:lpstr>Speak Pro</vt:lpstr>
      <vt:lpstr>Wingdings</vt:lpstr>
      <vt:lpstr>RetrospectVTI</vt:lpstr>
      <vt:lpstr>Telecom Project Analysis</vt:lpstr>
      <vt:lpstr>Project Title </vt:lpstr>
      <vt:lpstr>Data Loading </vt:lpstr>
      <vt:lpstr>Data Cleaning </vt:lpstr>
      <vt:lpstr>Data Cleaning Continued </vt:lpstr>
      <vt:lpstr>Task 1 – User Overview </vt:lpstr>
      <vt:lpstr>Task 1 – User Aggregation </vt:lpstr>
      <vt:lpstr>Task 2 – Engagement Analysis </vt:lpstr>
      <vt:lpstr>Task 3 – Experience Analytics  </vt:lpstr>
      <vt:lpstr>Task 3 – Experience Clustering </vt:lpstr>
      <vt:lpstr>Task 4 – Satisfaction Scoring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silmana</dc:creator>
  <cp:lastModifiedBy>sachin silmana</cp:lastModifiedBy>
  <cp:revision>4</cp:revision>
  <dcterms:created xsi:type="dcterms:W3CDTF">2026-05-23T02:49:07Z</dcterms:created>
  <dcterms:modified xsi:type="dcterms:W3CDTF">2026-05-31T05:38:41Z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