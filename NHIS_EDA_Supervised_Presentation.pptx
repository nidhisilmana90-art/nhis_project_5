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5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73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9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8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7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4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97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35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7992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47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91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8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Industry Dataset EDA </a:t>
            </a:r>
            <a:r>
              <a:rPr lang="en-IN" dirty="0"/>
              <a:t>&amp;</a:t>
            </a:r>
            <a:r>
              <a:rPr dirty="0"/>
              <a:t> 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NHIS Project 4b | Revenue prediction and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exploratory data analysis and build a supervised learning model to predict annual revenue.</a:t>
            </a:r>
          </a:p>
          <a:p>
            <a:pPr lvl="1"/>
            <a:r>
              <a:t>Understand revenue, employee, customer, and rating patterns.</a:t>
            </a:r>
          </a:p>
          <a:p>
            <a:pPr lvl="1"/>
            <a:r>
              <a:t>Identify top industries and regions.</a:t>
            </a:r>
          </a:p>
          <a:p>
            <a:pPr lvl="1"/>
            <a:r>
              <a:t>Train a regression model for revenue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15000 | Columns: 12</a:t>
            </a:r>
          </a:p>
          <a:p>
            <a:pPr lvl="1"/>
            <a:r>
              <a:t>Numeric columns: id, employee_count, annual_revenue_million, profit_margin_percent, founded_year, customer_count, market_rating</a:t>
            </a:r>
          </a:p>
          <a:p>
            <a:pPr lvl="1"/>
            <a:r>
              <a:t>Categorical columns: company_name, industry, country, region</a:t>
            </a:r>
          </a:p>
          <a:p>
            <a:pPr lvl="1"/>
            <a:r>
              <a:t>No missing values found in the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dataset characteristics:</a:t>
            </a:r>
          </a:p>
          <a:p>
            <a:pPr lvl="1"/>
            <a:r>
              <a:t>Complete dataset with no missing values.</a:t>
            </a:r>
          </a:p>
          <a:p>
            <a:pPr lvl="1"/>
            <a:r>
              <a:t>Contains industry, country, region, founded year, and created date.</a:t>
            </a:r>
          </a:p>
          <a:p>
            <a:pPr lvl="1"/>
            <a:r>
              <a:t>Financial metrics include revenue, profit margin, and market 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predictors and outcomes:</a:t>
            </a:r>
          </a:p>
          <a:p>
            <a:pPr lvl="1"/>
            <a:r>
              <a:t>Annual revenue</a:t>
            </a:r>
          </a:p>
          <a:p>
            <a:pPr lvl="1"/>
            <a:r>
              <a:t>Employee count</a:t>
            </a:r>
          </a:p>
          <a:p>
            <a:pPr lvl="1"/>
            <a:r>
              <a:t>Customer count</a:t>
            </a:r>
          </a:p>
          <a:p>
            <a:pPr lvl="1"/>
            <a:r>
              <a:t>Profit margin percentage</a:t>
            </a:r>
          </a:p>
          <a:p>
            <a:pPr lvl="1"/>
            <a:r>
              <a:t>Market rating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Industries by Average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industries:</a:t>
            </a:r>
          </a:p>
          <a:p>
            <a:pPr lvl="1"/>
            <a:r>
              <a:t>Retail: 556.61 million</a:t>
            </a:r>
          </a:p>
          <a:p>
            <a:pPr lvl="1"/>
            <a:r>
              <a:t>Finance: 552.82 million</a:t>
            </a:r>
          </a:p>
          <a:p>
            <a:pPr lvl="1"/>
            <a:r>
              <a:t>Technology: 550.20 million</a:t>
            </a:r>
          </a:p>
          <a:p>
            <a:pPr lvl="1"/>
            <a:r>
              <a:t>Manufacturing: 545.58 million</a:t>
            </a:r>
          </a:p>
          <a:p>
            <a:pPr lvl="1"/>
            <a:r>
              <a:t>Healthcare: 543.46 million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market rating and profit margin by region:</a:t>
            </a:r>
          </a:p>
          <a:p>
            <a:pPr lvl="1"/>
            <a:r>
              <a:t>Europe: rating 2.52, profit margin 25.02%</a:t>
            </a:r>
          </a:p>
          <a:p>
            <a:pPr lvl="1"/>
            <a:r>
              <a:t>North America: rating 2.51, profit margin 24.98%</a:t>
            </a:r>
          </a:p>
          <a:p>
            <a:pPr lvl="1"/>
            <a:r>
              <a:t>Asia: rating 2.50, profit margin 25.08%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&amp; Outlier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observations from EDA:</a:t>
            </a:r>
          </a:p>
          <a:p>
            <a:pPr lvl="1"/>
            <a:r>
              <a:t>Revenue and customer count show meaningful business relationships.</a:t>
            </a:r>
          </a:p>
          <a:p>
            <a:pPr lvl="1"/>
            <a:r>
              <a:t>Employee count also influences revenue trends.</a:t>
            </a:r>
          </a:p>
          <a:p>
            <a:pPr lvl="1"/>
            <a:r>
              <a:t>Dataset shows skewness and notable outliers in revenue and customer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regression to predict annual revenue:</a:t>
            </a:r>
          </a:p>
          <a:p>
            <a:pPr lvl="1"/>
            <a:r>
              <a:t>Inputs: employee count, customer count, profit margin, market rating, founded year, created year, industry, region.</a:t>
            </a:r>
          </a:p>
          <a:p>
            <a:pPr lvl="1"/>
            <a:r>
              <a:t>Performance: R² = -0.0250, RMSE = 291.55 million.</a:t>
            </a:r>
          </a:p>
          <a:p>
            <a:pPr lvl="1"/>
            <a:r>
              <a:t>Top predictors: customer count, employee count, profit margin, market 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recommendations:</a:t>
            </a:r>
          </a:p>
          <a:p>
            <a:pPr lvl="1"/>
            <a:r>
              <a:t>Focus on top revenue industries: Retail, Finance, Technology.</a:t>
            </a:r>
          </a:p>
          <a:p>
            <a:pPr lvl="1"/>
            <a:r>
              <a:t>Use regional insights to prioritize Europe and North America for rating-based growth.</a:t>
            </a:r>
          </a:p>
          <a:p>
            <a:pPr lvl="1"/>
            <a:r>
              <a:t>Improve supervised learning with additional business features and feature engineering.</a:t>
            </a:r>
          </a:p>
          <a:p>
            <a:pPr lvl="1"/>
            <a:r>
              <a:t>Investigate outliers as potential high-value strategic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393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Industry Dataset EDA &amp; Supervised Learning</vt:lpstr>
      <vt:lpstr>Objective</vt:lpstr>
      <vt:lpstr>Dataset Overview</vt:lpstr>
      <vt:lpstr>Data Quality &amp; Features</vt:lpstr>
      <vt:lpstr>Key Variables</vt:lpstr>
      <vt:lpstr>Top Industries by Average Revenue</vt:lpstr>
      <vt:lpstr>Regional Trends</vt:lpstr>
      <vt:lpstr>Correlation &amp; Outlier Insights</vt:lpstr>
      <vt:lpstr>Supervised Learning Model</vt:lpstr>
      <vt:lpstr>Conclusions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silmana</cp:lastModifiedBy>
  <cp:revision>3</cp:revision>
  <dcterms:created xsi:type="dcterms:W3CDTF">2013-01-27T09:14:16Z</dcterms:created>
  <dcterms:modified xsi:type="dcterms:W3CDTF">2026-06-01T07:34:38Z</dcterms:modified>
  <cp:category/>
</cp:coreProperties>
</file>